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Sorts Mill Goudy"/>
      <p:regular r:id="rId17"/>
      <p: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SortsMillGoudy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SortsMillGoudy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indent="-308610" lvl="1" marL="9144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indent="-308610" lvl="2" marL="1371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indent="-308610" lvl="3" marL="18288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indent="-308610" lvl="4" marL="22860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1370693" y="1769540"/>
            <a:ext cx="9440034" cy="182880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Sorts Mill Goudy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370693" y="3773489"/>
            <a:ext cx="9440034" cy="104986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10000"/>
              </a:lnSpc>
              <a:spcBef>
                <a:spcPts val="460"/>
              </a:spcBef>
              <a:spcAft>
                <a:spcPts val="0"/>
              </a:spcAft>
              <a:buSzPts val="161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47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26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98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1295401" y="1761067"/>
            <a:ext cx="9590550" cy="182881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Sorts Mill Goudy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1295401" y="3763439"/>
            <a:ext cx="9590550" cy="133349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98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913795" y="609600"/>
            <a:ext cx="10353762" cy="126187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913795" y="2076450"/>
            <a:ext cx="4856841" cy="362267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indent="-308610" lvl="1" marL="9144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indent="-308610" lvl="2" marL="1371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indent="-308610" lvl="3" marL="18288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indent="-308610" lvl="4" marL="22860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410716" y="2076451"/>
            <a:ext cx="4856841" cy="362267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indent="-308610" lvl="1" marL="9144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indent="-308610" lvl="2" marL="1371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indent="-308610" lvl="3" marL="18288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indent="-308610" lvl="4" marL="22860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ate-V2-HD-compPhotoInset.png" id="37" name="Google Shape;3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3795" y="1734506"/>
            <a:ext cx="5029200" cy="40999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late-V2-HD-compPhotoInset.png" id="38" name="Google Shape;3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238357" y="1734506"/>
            <a:ext cx="5029200" cy="4099959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6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600"/>
              <a:buFont typeface="Sorts Mill Goudy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1046013" y="1855153"/>
            <a:ext cx="4764764" cy="69249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  <a:defRPr b="0" sz="2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2" type="body"/>
          </p:nvPr>
        </p:nvSpPr>
        <p:spPr>
          <a:xfrm>
            <a:off x="1046013" y="2702103"/>
            <a:ext cx="4764764" cy="304353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260"/>
              <a:buChar char="◈"/>
              <a:defRPr sz="1800"/>
            </a:lvl1pPr>
            <a:lvl2pPr indent="-299719" lvl="1" marL="914400" algn="l">
              <a:spcBef>
                <a:spcPts val="600"/>
              </a:spcBef>
              <a:spcAft>
                <a:spcPts val="0"/>
              </a:spcAft>
              <a:buSzPts val="1120"/>
              <a:buChar char="🞚"/>
              <a:defRPr sz="1600"/>
            </a:lvl2pPr>
            <a:lvl3pPr indent="-290830" lvl="2" marL="1371600" algn="l">
              <a:spcBef>
                <a:spcPts val="600"/>
              </a:spcBef>
              <a:spcAft>
                <a:spcPts val="0"/>
              </a:spcAft>
              <a:buSzPts val="980"/>
              <a:buChar char="◈"/>
              <a:defRPr sz="1400"/>
            </a:lvl3pPr>
            <a:lvl4pPr indent="-281939" lvl="3" marL="1828800" algn="l">
              <a:spcBef>
                <a:spcPts val="600"/>
              </a:spcBef>
              <a:spcAft>
                <a:spcPts val="0"/>
              </a:spcAft>
              <a:buSzPts val="840"/>
              <a:buChar char="🞚"/>
              <a:defRPr sz="1200"/>
            </a:lvl4pPr>
            <a:lvl5pPr indent="-281939" lvl="4" marL="2286000" algn="l">
              <a:spcBef>
                <a:spcPts val="600"/>
              </a:spcBef>
              <a:spcAft>
                <a:spcPts val="0"/>
              </a:spcAft>
              <a:buSzPts val="840"/>
              <a:buChar char="◈"/>
              <a:defRPr sz="1200"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3" type="body"/>
          </p:nvPr>
        </p:nvSpPr>
        <p:spPr>
          <a:xfrm>
            <a:off x="6363166" y="1855152"/>
            <a:ext cx="4779582" cy="69249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  <a:defRPr b="0" sz="2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4" type="body"/>
          </p:nvPr>
        </p:nvSpPr>
        <p:spPr>
          <a:xfrm>
            <a:off x="6363167" y="2702103"/>
            <a:ext cx="4779581" cy="304353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260"/>
              <a:buChar char="◈"/>
              <a:defRPr sz="1800"/>
            </a:lvl1pPr>
            <a:lvl2pPr indent="-299719" lvl="1" marL="914400" algn="l">
              <a:spcBef>
                <a:spcPts val="600"/>
              </a:spcBef>
              <a:spcAft>
                <a:spcPts val="0"/>
              </a:spcAft>
              <a:buSzPts val="1120"/>
              <a:buChar char="🞚"/>
              <a:defRPr sz="1600"/>
            </a:lvl2pPr>
            <a:lvl3pPr indent="-290830" lvl="2" marL="1371600" algn="l">
              <a:spcBef>
                <a:spcPts val="600"/>
              </a:spcBef>
              <a:spcAft>
                <a:spcPts val="0"/>
              </a:spcAft>
              <a:buSzPts val="980"/>
              <a:buChar char="◈"/>
              <a:defRPr sz="1400"/>
            </a:lvl3pPr>
            <a:lvl4pPr indent="-281939" lvl="3" marL="1828800" algn="l">
              <a:spcBef>
                <a:spcPts val="600"/>
              </a:spcBef>
              <a:spcAft>
                <a:spcPts val="0"/>
              </a:spcAft>
              <a:buSzPts val="840"/>
              <a:buChar char="🞚"/>
              <a:defRPr sz="1200"/>
            </a:lvl4pPr>
            <a:lvl5pPr indent="-281939" lvl="4" marL="2286000" algn="l">
              <a:spcBef>
                <a:spcPts val="600"/>
              </a:spcBef>
              <a:spcAft>
                <a:spcPts val="0"/>
              </a:spcAft>
              <a:buSzPts val="840"/>
              <a:buChar char="◈"/>
              <a:defRPr sz="1200"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0" type="dt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0" type="dt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/>
          <p:nvPr>
            <p:ph idx="10" type="dt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913795" y="609600"/>
            <a:ext cx="3706889" cy="182191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Sorts Mill Goudy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4855633" y="609600"/>
            <a:ext cx="6411924" cy="508000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indent="-308610" lvl="1" marL="9144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indent="-308610" lvl="2" marL="1371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indent="-308610" lvl="3" marL="18288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indent="-308610" lvl="4" marL="22860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913795" y="2673351"/>
            <a:ext cx="3706889" cy="30162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60" name="Google Shape;60;p9"/>
          <p:cNvSpPr txBox="1"/>
          <p:nvPr>
            <p:ph idx="10" type="dt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1" type="ftr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ate-V2-HD-vertPhotoInset.png" id="64" name="Google Shape;64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93665" y="609600"/>
            <a:ext cx="3584166" cy="520483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0"/>
          <p:cNvSpPr txBox="1"/>
          <p:nvPr>
            <p:ph type="title"/>
          </p:nvPr>
        </p:nvSpPr>
        <p:spPr>
          <a:xfrm>
            <a:off x="913795" y="763701"/>
            <a:ext cx="5707899" cy="167555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Sorts Mill Goudy"/>
              <a:buNone/>
              <a:defRPr b="0"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/>
          <p:nvPr>
            <p:ph idx="2" type="pic"/>
          </p:nvPr>
        </p:nvSpPr>
        <p:spPr>
          <a:xfrm>
            <a:off x="7442551" y="763702"/>
            <a:ext cx="3275751" cy="4912822"/>
          </a:xfrm>
          <a:prstGeom prst="rect">
            <a:avLst/>
          </a:prstGeom>
          <a:noFill/>
          <a:ln>
            <a:noFill/>
          </a:ln>
          <a:effectLst>
            <a:outerShdw blurRad="38100" dir="4440000" dist="25400">
              <a:srgbClr val="000000">
                <a:alpha val="35686"/>
              </a:srgbClr>
            </a:outerShdw>
          </a:effectLst>
        </p:spPr>
      </p:sp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1473698" y="2679699"/>
            <a:ext cx="4588094" cy="313569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68" name="Google Shape;68;p10"/>
          <p:cNvSpPr txBox="1"/>
          <p:nvPr>
            <p:ph idx="10" type="dt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1" type="ftr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ate-V2-HD-panoPhotoInset.png" id="72" name="Google Shape;72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3883" y="547807"/>
            <a:ext cx="10141799" cy="381680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1"/>
          <p:cNvSpPr txBox="1"/>
          <p:nvPr>
            <p:ph type="title"/>
          </p:nvPr>
        </p:nvSpPr>
        <p:spPr>
          <a:xfrm>
            <a:off x="913806" y="4565255"/>
            <a:ext cx="10355326" cy="54347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Sorts Mill Goudy"/>
              <a:buNone/>
              <a:defRPr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/>
          <p:nvPr>
            <p:ph idx="2" type="pic"/>
          </p:nvPr>
        </p:nvSpPr>
        <p:spPr>
          <a:xfrm>
            <a:off x="1169349" y="695009"/>
            <a:ext cx="9845346" cy="3525671"/>
          </a:xfrm>
          <a:prstGeom prst="rect">
            <a:avLst/>
          </a:prstGeom>
          <a:noFill/>
          <a:ln>
            <a:noFill/>
          </a:ln>
          <a:effectLst>
            <a:outerShdw blurRad="38100" dir="4440000" dist="25400">
              <a:srgbClr val="000000">
                <a:alpha val="35686"/>
              </a:srgbClr>
            </a:outerShdw>
          </a:effectLst>
        </p:spPr>
      </p:sp>
      <p:sp>
        <p:nvSpPr>
          <p:cNvPr id="75" name="Google Shape;75;p11"/>
          <p:cNvSpPr txBox="1"/>
          <p:nvPr>
            <p:ph idx="1" type="body"/>
          </p:nvPr>
        </p:nvSpPr>
        <p:spPr>
          <a:xfrm>
            <a:off x="913795" y="5247728"/>
            <a:ext cx="10353762" cy="54347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/>
        </p:txBody>
      </p:sp>
      <p:sp>
        <p:nvSpPr>
          <p:cNvPr id="76" name="Google Shape;76;p11"/>
          <p:cNvSpPr txBox="1"/>
          <p:nvPr>
            <p:ph idx="10" type="dt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1" type="ftr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>
            <a:off x="913795" y="608437"/>
            <a:ext cx="10353762" cy="353434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Sorts Mill Goudy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" type="body"/>
          </p:nvPr>
        </p:nvSpPr>
        <p:spPr>
          <a:xfrm>
            <a:off x="913794" y="4295180"/>
            <a:ext cx="10353763" cy="1501826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/>
        </p:txBody>
      </p:sp>
      <p:sp>
        <p:nvSpPr>
          <p:cNvPr id="82" name="Google Shape;82;p12"/>
          <p:cNvSpPr txBox="1"/>
          <p:nvPr>
            <p:ph idx="10" type="dt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1" type="ftr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2" type="sldNum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Sorts Mill Goudy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" type="body"/>
          </p:nvPr>
        </p:nvSpPr>
        <p:spPr>
          <a:xfrm>
            <a:off x="1720644" y="3610032"/>
            <a:ext cx="8752299" cy="53274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1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/>
        </p:txBody>
      </p:sp>
      <p:sp>
        <p:nvSpPr>
          <p:cNvPr id="88" name="Google Shape;88;p13"/>
          <p:cNvSpPr txBox="1"/>
          <p:nvPr>
            <p:ph idx="2" type="body"/>
          </p:nvPr>
        </p:nvSpPr>
        <p:spPr>
          <a:xfrm>
            <a:off x="913794" y="4304353"/>
            <a:ext cx="10353763" cy="1489496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/>
        </p:txBody>
      </p:sp>
      <p:sp>
        <p:nvSpPr>
          <p:cNvPr id="89" name="Google Shape;89;p13"/>
          <p:cNvSpPr txBox="1"/>
          <p:nvPr>
            <p:ph idx="10" type="dt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3"/>
          <p:cNvSpPr txBox="1"/>
          <p:nvPr>
            <p:ph idx="11" type="ftr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Sorts Mill Goudy"/>
              <a:buNone/>
            </a:pPr>
            <a:r>
              <a:rPr b="0" lang="en-US" sz="8000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“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Sorts Mill Goudy"/>
              <a:buNone/>
            </a:pPr>
            <a:r>
              <a:rPr b="0" lang="en-US" sz="8000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913794" y="2126942"/>
            <a:ext cx="10353763" cy="251183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Sorts Mill Goudy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913784" y="4650556"/>
            <a:ext cx="10352199" cy="114064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/>
        </p:txBody>
      </p:sp>
      <p:sp>
        <p:nvSpPr>
          <p:cNvPr id="97" name="Google Shape;97;p14"/>
          <p:cNvSpPr txBox="1"/>
          <p:nvPr>
            <p:ph idx="10" type="dt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4"/>
          <p:cNvSpPr txBox="1"/>
          <p:nvPr>
            <p:ph idx="11" type="ftr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913795" y="1885950"/>
            <a:ext cx="3300984" cy="76478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10000"/>
              </a:lnSpc>
              <a:spcBef>
                <a:spcPts val="440"/>
              </a:spcBef>
              <a:spcAft>
                <a:spcPts val="0"/>
              </a:spcAft>
              <a:buSzPts val="1540"/>
              <a:buNone/>
              <a:defRPr b="0" sz="22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103" name="Google Shape;103;p15"/>
          <p:cNvSpPr txBox="1"/>
          <p:nvPr>
            <p:ph idx="2" type="body"/>
          </p:nvPr>
        </p:nvSpPr>
        <p:spPr>
          <a:xfrm>
            <a:off x="913795" y="2768112"/>
            <a:ext cx="3300984" cy="302308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104" name="Google Shape;104;p15"/>
          <p:cNvSpPr txBox="1"/>
          <p:nvPr>
            <p:ph idx="3" type="body"/>
          </p:nvPr>
        </p:nvSpPr>
        <p:spPr>
          <a:xfrm>
            <a:off x="4446711" y="1885949"/>
            <a:ext cx="3300984" cy="76478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10000"/>
              </a:lnSpc>
              <a:spcBef>
                <a:spcPts val="440"/>
              </a:spcBef>
              <a:spcAft>
                <a:spcPts val="0"/>
              </a:spcAft>
              <a:buSzPts val="1540"/>
              <a:buNone/>
              <a:defRPr b="0" sz="22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105" name="Google Shape;105;p15"/>
          <p:cNvSpPr txBox="1"/>
          <p:nvPr>
            <p:ph idx="4" type="body"/>
          </p:nvPr>
        </p:nvSpPr>
        <p:spPr>
          <a:xfrm>
            <a:off x="4441435" y="2768112"/>
            <a:ext cx="3300984" cy="302308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106" name="Google Shape;106;p15"/>
          <p:cNvSpPr txBox="1"/>
          <p:nvPr>
            <p:ph idx="5" type="body"/>
          </p:nvPr>
        </p:nvSpPr>
        <p:spPr>
          <a:xfrm>
            <a:off x="7966572" y="1885950"/>
            <a:ext cx="3300984" cy="76478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10000"/>
              </a:lnSpc>
              <a:spcBef>
                <a:spcPts val="440"/>
              </a:spcBef>
              <a:spcAft>
                <a:spcPts val="0"/>
              </a:spcAft>
              <a:buSzPts val="1540"/>
              <a:buNone/>
              <a:defRPr b="0" sz="22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107" name="Google Shape;107;p15"/>
          <p:cNvSpPr txBox="1"/>
          <p:nvPr>
            <p:ph idx="6" type="body"/>
          </p:nvPr>
        </p:nvSpPr>
        <p:spPr>
          <a:xfrm>
            <a:off x="7966572" y="2768110"/>
            <a:ext cx="3300984" cy="302308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108" name="Google Shape;108;p15"/>
          <p:cNvSpPr txBox="1"/>
          <p:nvPr>
            <p:ph idx="10" type="dt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5"/>
          <p:cNvSpPr txBox="1"/>
          <p:nvPr>
            <p:ph idx="11" type="ftr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5"/>
          <p:cNvSpPr txBox="1"/>
          <p:nvPr>
            <p:ph idx="12" type="sldNum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ate-V2-HD-3colPhotoInset.png" id="112" name="Google Shape;11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97962" y="1818214"/>
            <a:ext cx="3339972" cy="1847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late-V2-HD-3colPhotoInset.png" id="113" name="Google Shape;113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03800" y="1818214"/>
            <a:ext cx="3339972" cy="1847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late-V2-HD-3colPhotoInset.png" id="114" name="Google Shape;114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36051" y="1818214"/>
            <a:ext cx="3339972" cy="1847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>
            <p:ph type="title"/>
          </p:nvPr>
        </p:nvSpPr>
        <p:spPr>
          <a:xfrm>
            <a:off x="913794" y="609600"/>
            <a:ext cx="10353763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6"/>
          <p:cNvSpPr txBox="1"/>
          <p:nvPr>
            <p:ph idx="1" type="body"/>
          </p:nvPr>
        </p:nvSpPr>
        <p:spPr>
          <a:xfrm>
            <a:off x="913795" y="3904106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b="0"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117" name="Google Shape;117;p16"/>
          <p:cNvSpPr/>
          <p:nvPr>
            <p:ph idx="2" type="pic"/>
          </p:nvPr>
        </p:nvSpPr>
        <p:spPr>
          <a:xfrm>
            <a:off x="1018102" y="1938918"/>
            <a:ext cx="3092368" cy="1602954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38100" dir="4440000" dist="25400">
              <a:srgbClr val="000000">
                <a:alpha val="35686"/>
              </a:srgbClr>
            </a:outerShdw>
          </a:effectLst>
        </p:spPr>
      </p:sp>
      <p:sp>
        <p:nvSpPr>
          <p:cNvPr id="118" name="Google Shape;118;p16"/>
          <p:cNvSpPr txBox="1"/>
          <p:nvPr>
            <p:ph idx="3" type="body"/>
          </p:nvPr>
        </p:nvSpPr>
        <p:spPr>
          <a:xfrm>
            <a:off x="913795" y="4572443"/>
            <a:ext cx="3300984" cy="121875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119" name="Google Shape;119;p16"/>
          <p:cNvSpPr txBox="1"/>
          <p:nvPr>
            <p:ph idx="4" type="body"/>
          </p:nvPr>
        </p:nvSpPr>
        <p:spPr>
          <a:xfrm>
            <a:off x="4442788" y="3904106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b="0"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120" name="Google Shape;120;p16"/>
          <p:cNvSpPr/>
          <p:nvPr>
            <p:ph idx="5" type="pic"/>
          </p:nvPr>
        </p:nvSpPr>
        <p:spPr>
          <a:xfrm>
            <a:off x="4545743" y="1939094"/>
            <a:ext cx="3092368" cy="1608164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38100" dir="4440000" dist="25400">
              <a:srgbClr val="000000">
                <a:alpha val="35686"/>
              </a:srgbClr>
            </a:outerShdw>
          </a:effectLst>
        </p:spPr>
      </p:sp>
      <p:sp>
        <p:nvSpPr>
          <p:cNvPr id="121" name="Google Shape;121;p16"/>
          <p:cNvSpPr txBox="1"/>
          <p:nvPr>
            <p:ph idx="6" type="body"/>
          </p:nvPr>
        </p:nvSpPr>
        <p:spPr>
          <a:xfrm>
            <a:off x="4441435" y="4572442"/>
            <a:ext cx="3300984" cy="121875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122" name="Google Shape;122;p16"/>
          <p:cNvSpPr txBox="1"/>
          <p:nvPr>
            <p:ph idx="7" type="body"/>
          </p:nvPr>
        </p:nvSpPr>
        <p:spPr>
          <a:xfrm>
            <a:off x="7966697" y="3904106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b="0"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123" name="Google Shape;123;p16"/>
          <p:cNvSpPr/>
          <p:nvPr>
            <p:ph idx="8" type="pic"/>
          </p:nvPr>
        </p:nvSpPr>
        <p:spPr>
          <a:xfrm>
            <a:off x="8075698" y="1934432"/>
            <a:ext cx="3092368" cy="1607294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38100" dir="4440000" dist="25400">
              <a:srgbClr val="000000">
                <a:alpha val="35686"/>
              </a:srgbClr>
            </a:outerShdw>
          </a:effectLst>
        </p:spPr>
      </p:sp>
      <p:sp>
        <p:nvSpPr>
          <p:cNvPr id="124" name="Google Shape;124;p16"/>
          <p:cNvSpPr txBox="1"/>
          <p:nvPr>
            <p:ph idx="9" type="body"/>
          </p:nvPr>
        </p:nvSpPr>
        <p:spPr>
          <a:xfrm>
            <a:off x="7966572" y="4572442"/>
            <a:ext cx="3300984" cy="121875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125" name="Google Shape;125;p16"/>
          <p:cNvSpPr txBox="1"/>
          <p:nvPr>
            <p:ph idx="10" type="dt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6"/>
          <p:cNvSpPr txBox="1"/>
          <p:nvPr>
            <p:ph idx="11" type="ftr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6"/>
          <p:cNvSpPr txBox="1"/>
          <p:nvPr>
            <p:ph idx="12" type="sldNum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/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7"/>
          <p:cNvSpPr txBox="1"/>
          <p:nvPr>
            <p:ph idx="1" type="body"/>
          </p:nvPr>
        </p:nvSpPr>
        <p:spPr>
          <a:xfrm rot="5400000">
            <a:off x="4233302" y="-1243057"/>
            <a:ext cx="3714749" cy="103537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indent="-308610" lvl="1" marL="9144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indent="-308610" lvl="2" marL="1371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indent="-308610" lvl="3" marL="18288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indent="-308610" lvl="4" marL="22860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131" name="Google Shape;131;p17"/>
          <p:cNvSpPr txBox="1"/>
          <p:nvPr>
            <p:ph idx="10" type="dt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7"/>
          <p:cNvSpPr txBox="1"/>
          <p:nvPr>
            <p:ph idx="11" type="ftr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7"/>
          <p:cNvSpPr txBox="1"/>
          <p:nvPr>
            <p:ph idx="12" type="sldNum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/>
          <p:nvPr>
            <p:ph type="title"/>
          </p:nvPr>
        </p:nvSpPr>
        <p:spPr>
          <a:xfrm rot="5400000">
            <a:off x="7534511" y="2058156"/>
            <a:ext cx="5181601" cy="228448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600"/>
              <a:buFont typeface="Sorts Mill Goudy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8"/>
          <p:cNvSpPr txBox="1"/>
          <p:nvPr>
            <p:ph idx="1" type="body"/>
          </p:nvPr>
        </p:nvSpPr>
        <p:spPr>
          <a:xfrm rot="5400000">
            <a:off x="2281431" y="-758036"/>
            <a:ext cx="5181601" cy="791687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indent="-308610" lvl="1" marL="9144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indent="-308610" lvl="2" marL="1371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indent="-308610" lvl="3" marL="18288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indent="-308610" lvl="4" marL="22860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137" name="Google Shape;137;p18"/>
          <p:cNvSpPr txBox="1"/>
          <p:nvPr>
            <p:ph idx="10" type="dt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8"/>
          <p:cNvSpPr txBox="1"/>
          <p:nvPr>
            <p:ph idx="11" type="ftr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8"/>
          <p:cNvSpPr txBox="1"/>
          <p:nvPr>
            <p:ph idx="12" type="sldNum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600"/>
              <a:buFont typeface="Sorts Mill Goudy"/>
              <a:buNone/>
              <a:defRPr b="0" i="0" sz="46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835" lvl="0" marL="457200" marR="0" rtl="0" algn="l">
              <a:lnSpc>
                <a:spcPct val="110000"/>
              </a:lnSpc>
              <a:spcBef>
                <a:spcPts val="460"/>
              </a:spcBef>
              <a:spcAft>
                <a:spcPts val="0"/>
              </a:spcAft>
              <a:buClr>
                <a:schemeClr val="lt2"/>
              </a:buClr>
              <a:buSzPts val="1610"/>
              <a:buFont typeface="Noto Sans Symbols"/>
              <a:buChar char="◈"/>
              <a:defRPr b="0" i="0" sz="23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indent="-321944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470"/>
              <a:buFont typeface="Noto Sans Symbols"/>
              <a:buChar char="🞚"/>
              <a:defRPr b="0" i="0" sz="21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indent="-308610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◈"/>
              <a:defRPr b="0" i="0" sz="18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indent="-299719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Char char="🞚"/>
              <a:defRPr b="0" i="0" sz="16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indent="-299720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Char char="◈"/>
              <a:defRPr b="0" i="0" sz="16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indent="-290829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indent="-290829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indent="-290829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indent="-290829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lt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F2F2F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/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500"/>
              <a:buFont typeface="Sorts Mill Goudy"/>
              <a:buNone/>
            </a:pPr>
            <a:r>
              <a:rPr b="1" i="1" lang="en-US" sz="4500"/>
              <a:t>Project Name:  Lumous Eye</a:t>
            </a:r>
            <a:br>
              <a:rPr b="1" i="1" lang="en-US" sz="4500"/>
            </a:br>
            <a:endParaRPr b="1" i="1" sz="4500"/>
          </a:p>
        </p:txBody>
      </p:sp>
      <p:sp>
        <p:nvSpPr>
          <p:cNvPr id="145" name="Google Shape;145;p19"/>
          <p:cNvSpPr/>
          <p:nvPr/>
        </p:nvSpPr>
        <p:spPr>
          <a:xfrm>
            <a:off x="6003634" y="2967335"/>
            <a:ext cx="18473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4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2248062" y="1519348"/>
            <a:ext cx="751114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Smart Energy-Saving Street Lighting System</a:t>
            </a:r>
            <a:endParaRPr b="0" i="0" sz="24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descr="AUTOMATIC STREET LIGHT – blog" id="147" name="Google Shape;14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33535" y="2188611"/>
            <a:ext cx="6509657" cy="3661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/>
          <p:nvPr>
            <p:ph type="title"/>
          </p:nvPr>
        </p:nvSpPr>
        <p:spPr>
          <a:xfrm>
            <a:off x="577893" y="1497953"/>
            <a:ext cx="10353762" cy="12573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Sorts Mill Goudy"/>
              <a:buNone/>
            </a:pPr>
            <a:r>
              <a:rPr b="1" lang="en-US" sz="3600"/>
              <a:t>Why Do We Need Intelligent Street Lighting?</a:t>
            </a:r>
            <a:br>
              <a:rPr b="1" lang="en-US" sz="3600"/>
            </a:br>
            <a:br>
              <a:rPr b="1" lang="en-US" sz="3600"/>
            </a:br>
            <a:br>
              <a:rPr b="1" lang="en-US" sz="3600"/>
            </a:br>
            <a:br>
              <a:rPr b="1" lang="en-US" sz="1800"/>
            </a:br>
            <a:r>
              <a:rPr b="1" lang="en-US" sz="1800"/>
              <a:t>1. </a:t>
            </a:r>
            <a:r>
              <a:rPr lang="en-US" sz="2800"/>
              <a:t>Traditional streetlights stay ON all night → </a:t>
            </a:r>
            <a:r>
              <a:rPr b="1" lang="en-US" sz="2800"/>
              <a:t>Huge energy waste</a:t>
            </a:r>
            <a:br>
              <a:rPr lang="en-US" sz="2800"/>
            </a:br>
            <a:r>
              <a:rPr lang="en-US" sz="2800"/>
              <a:t>2. No response to </a:t>
            </a:r>
            <a:r>
              <a:rPr b="1" lang="en-US" sz="2800"/>
              <a:t>motion</a:t>
            </a:r>
            <a:r>
              <a:rPr lang="en-US" sz="2800"/>
              <a:t>, </a:t>
            </a:r>
            <a:r>
              <a:rPr b="1" lang="en-US" sz="2800"/>
              <a:t>weather</a:t>
            </a:r>
            <a:r>
              <a:rPr lang="en-US" sz="2800"/>
              <a:t>, or </a:t>
            </a:r>
            <a:r>
              <a:rPr b="1" lang="en-US" sz="2800"/>
              <a:t>visibility</a:t>
            </a:r>
            <a:br>
              <a:rPr lang="en-US" sz="2800"/>
            </a:br>
            <a:r>
              <a:rPr lang="en-US" sz="2800"/>
              <a:t>3. Poor lighting in fog, winter, or rainy conditions</a:t>
            </a:r>
            <a:br>
              <a:rPr lang="en-US" sz="2800"/>
            </a:br>
            <a:r>
              <a:rPr lang="en-US" sz="2800"/>
              <a:t>4. High electricity cost for municipalities</a:t>
            </a:r>
            <a:br>
              <a:rPr lang="en-US" sz="2800"/>
            </a:br>
            <a:r>
              <a:rPr lang="en-US" sz="2800"/>
              <a:t>5. No adaptive brightness → unsafe for pedestrians &amp; vehicles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/>
          <p:nvPr/>
        </p:nvSpPr>
        <p:spPr>
          <a:xfrm>
            <a:off x="3922048" y="214805"/>
            <a:ext cx="3974678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Project Objective</a:t>
            </a:r>
            <a:endParaRPr b="0" i="0" sz="44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58" name="Google Shape;158;p21"/>
          <p:cNvSpPr/>
          <p:nvPr/>
        </p:nvSpPr>
        <p:spPr>
          <a:xfrm>
            <a:off x="1182750" y="1519535"/>
            <a:ext cx="8073364" cy="280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600" u="sng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The Aim of Lumous Eye: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Reduce energy consumption by </a:t>
            </a:r>
            <a:r>
              <a:rPr b="1" lang="en-US" sz="2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80–90%</a:t>
            </a:r>
            <a:endParaRPr sz="2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Automatically adjust lighting based on environment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Provide lighting </a:t>
            </a:r>
            <a:r>
              <a:rPr b="1" lang="en-US" sz="2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only when required</a:t>
            </a:r>
            <a:endParaRPr sz="2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Improve safety on highways &amp; streets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Low-cost IoT-based solution usable at scale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/>
          <p:nvPr/>
        </p:nvSpPr>
        <p:spPr>
          <a:xfrm>
            <a:off x="3924741" y="214805"/>
            <a:ext cx="3969293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System Overview</a:t>
            </a:r>
            <a:endParaRPr b="0" sz="4400" cap="non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64" name="Google Shape;164;p22"/>
          <p:cNvSpPr/>
          <p:nvPr/>
        </p:nvSpPr>
        <p:spPr>
          <a:xfrm>
            <a:off x="2405060" y="1790123"/>
            <a:ext cx="6618415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 Fully Automated Smart Lighting Solution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Lumous Eye uses: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▪"/>
            </a:pPr>
            <a:r>
              <a:rPr b="1" lang="en-US" sz="20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LDR</a:t>
            </a:r>
            <a:r>
              <a:rPr lang="en-US" sz="20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→ Night detection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▪"/>
            </a:pPr>
            <a:r>
              <a:rPr b="1" lang="en-US" sz="20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PIR/IR Sensors</a:t>
            </a:r>
            <a:r>
              <a:rPr lang="en-US" sz="20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→ Motion detection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▪"/>
            </a:pPr>
            <a:r>
              <a:rPr b="1" lang="en-US" sz="20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DHT11</a:t>
            </a:r>
            <a:r>
              <a:rPr lang="en-US" sz="20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→ Temperature + Humidity monitoring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▪"/>
            </a:pPr>
            <a:r>
              <a:rPr b="1" lang="en-US" sz="20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Timer Logic </a:t>
            </a:r>
            <a:r>
              <a:rPr lang="en-US" sz="20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→ 5-second hold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▪"/>
            </a:pPr>
            <a:r>
              <a:rPr b="1" lang="en-US" sz="20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Arduino (x2)</a:t>
            </a:r>
            <a:r>
              <a:rPr lang="en-US" sz="20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→ Master–Slave control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The system adapts instantly to motion and weather</a:t>
            </a:r>
            <a:r>
              <a:rPr lang="en-US" sz="36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/>
          <p:nvPr/>
        </p:nvSpPr>
        <p:spPr>
          <a:xfrm>
            <a:off x="4026836" y="429409"/>
            <a:ext cx="298133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Key Features</a:t>
            </a:r>
            <a:endParaRPr b="0" sz="4400" cap="non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70" name="Google Shape;170;p23"/>
          <p:cNvSpPr/>
          <p:nvPr/>
        </p:nvSpPr>
        <p:spPr>
          <a:xfrm>
            <a:off x="3200400" y="1505397"/>
            <a:ext cx="7016620" cy="3847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🌙</a:t>
            </a:r>
            <a:r>
              <a:rPr b="1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Night-Only Mode</a:t>
            </a: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(LDR based)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orts Mill Goudy"/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🚶 </a:t>
            </a:r>
            <a:r>
              <a:rPr b="1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Motion-Driven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Streetlights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orts Mill Goudy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⏱️ </a:t>
            </a: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5-second Intelligent Delay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orts Mill Goudy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🌫️ </a:t>
            </a: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Fog / Rain / Winter Safety Mode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orts Mill Goudy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⚡ </a:t>
            </a: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High Energy Efficiency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orts Mill Goudy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🔧 </a:t>
            </a: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Low-Cost &amp; Scalable Architecture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orts Mill Goudy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/>
          <p:nvPr/>
        </p:nvSpPr>
        <p:spPr>
          <a:xfrm>
            <a:off x="3259463" y="214805"/>
            <a:ext cx="529984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Hardware Architecture</a:t>
            </a:r>
            <a:endParaRPr b="0" sz="4400" cap="non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76" name="Google Shape;176;p24"/>
          <p:cNvSpPr/>
          <p:nvPr/>
        </p:nvSpPr>
        <p:spPr>
          <a:xfrm>
            <a:off x="1611958" y="1416899"/>
            <a:ext cx="7634679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Master Arduino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Reads LDR (Day/Night)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Reads DHT11 (Temp + Humidity)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Sends environmental status → Slave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342900" lvl="0" marL="34290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Slave Arduino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Reads PIR/IR sensors (3 lights)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Controls 4 street lamps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Implements 5-second delay logic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342900" lvl="0" marL="34290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Communication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Digital pins OR serial between Arduinos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Common ground for system stability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3600" u="sng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/>
          <p:nvPr/>
        </p:nvSpPr>
        <p:spPr>
          <a:xfrm>
            <a:off x="4140018" y="153249"/>
            <a:ext cx="294664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800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Work flow </a:t>
            </a:r>
            <a:endParaRPr b="0" sz="4800" cap="non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82" name="Google Shape;182;p25"/>
          <p:cNvSpPr/>
          <p:nvPr/>
        </p:nvSpPr>
        <p:spPr>
          <a:xfrm>
            <a:off x="3424301" y="949329"/>
            <a:ext cx="4247445" cy="52322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Step-by-Step Operation: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1️⃣ LDR — Day/Night Detection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Day → Lights OFF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Night → System activated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2️⃣ PIR/IR Motion Detection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Detects vehicle/pedestrian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Sends HIGH to controller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3️⃣ 5-Second Intelligent Delay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Light stays ON for 5 seconds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Prevents flickering when people move fast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4️⃣ Weather-Based Safety Mode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Triggers dim light when: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Temperature &lt; </a:t>
            </a:r>
            <a:r>
              <a:rPr b="1" lang="en-US" sz="1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20°C</a:t>
            </a:r>
            <a:r>
              <a:rPr lang="en-US" sz="1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(winter)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Humidity high (fog/rain)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0857" y="152400"/>
            <a:ext cx="4520075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/>
          <p:nvPr/>
        </p:nvSpPr>
        <p:spPr>
          <a:xfrm>
            <a:off x="3556018" y="214805"/>
            <a:ext cx="4706738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What We Achieved:</a:t>
            </a:r>
            <a:endParaRPr b="0" sz="4400" cap="non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93" name="Google Shape;193;p27"/>
          <p:cNvSpPr/>
          <p:nvPr/>
        </p:nvSpPr>
        <p:spPr>
          <a:xfrm flipH="1">
            <a:off x="1511559" y="1649685"/>
            <a:ext cx="8291804" cy="2308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5240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80–90% reduction</a:t>
            </a: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in power usage</a:t>
            </a:r>
            <a:endParaRPr/>
          </a:p>
          <a:p>
            <a:pPr indent="-15240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 light ON during day</a:t>
            </a:r>
            <a:endParaRPr/>
          </a:p>
          <a:p>
            <a:pPr indent="-15240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Smooth ON/OFF lighting</a:t>
            </a:r>
            <a:endParaRPr/>
          </a:p>
          <a:p>
            <a:pPr indent="-15240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Enhanced visibility in fog/rain/winter</a:t>
            </a:r>
            <a:endParaRPr/>
          </a:p>
          <a:p>
            <a:pPr indent="-15240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Reliable multi-light control</a:t>
            </a:r>
            <a:endParaRPr/>
          </a:p>
          <a:p>
            <a:pPr indent="-15240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Highly scalable and cheap to deploy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/>
          <p:nvPr/>
        </p:nvSpPr>
        <p:spPr>
          <a:xfrm>
            <a:off x="3390104" y="214805"/>
            <a:ext cx="503856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Future Improvements</a:t>
            </a:r>
            <a:endParaRPr b="0" sz="4400" cap="non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99" name="Google Shape;199;p28"/>
          <p:cNvSpPr/>
          <p:nvPr/>
        </p:nvSpPr>
        <p:spPr>
          <a:xfrm flipH="1">
            <a:off x="1511559" y="1618907"/>
            <a:ext cx="8291804" cy="236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Next Possible Upgrades: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Solar-powered version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Cloud connectivity (IoT dashboard)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ML-based vehicle speed estimation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Emergency flashing mode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Automatic brightness/traffic-level scaling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/>
          <p:nvPr/>
        </p:nvSpPr>
        <p:spPr>
          <a:xfrm>
            <a:off x="4000852" y="214805"/>
            <a:ext cx="3817072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Important links</a:t>
            </a:r>
            <a:endParaRPr/>
          </a:p>
        </p:txBody>
      </p:sp>
      <p:sp>
        <p:nvSpPr>
          <p:cNvPr id="205" name="Google Shape;205;p29"/>
          <p:cNvSpPr/>
          <p:nvPr/>
        </p:nvSpPr>
        <p:spPr>
          <a:xfrm>
            <a:off x="1004673" y="1712173"/>
            <a:ext cx="1004153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GitHub </a:t>
            </a:r>
            <a:r>
              <a:rPr lang="en-US" sz="2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link:   </a:t>
            </a:r>
            <a:r>
              <a:rPr lang="en-US" sz="2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https://github.com/Komalsingh7/Lumous_EyeGroupNo_9.git</a:t>
            </a:r>
            <a:endParaRPr b="0" sz="2400" cap="non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06" name="Google Shape;206;p29"/>
          <p:cNvSpPr txBox="1"/>
          <p:nvPr/>
        </p:nvSpPr>
        <p:spPr>
          <a:xfrm>
            <a:off x="1004673" y="2516546"/>
            <a:ext cx="609755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Video link</a:t>
            </a:r>
            <a:r>
              <a:rPr lang="en-US" sz="32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:  </a:t>
            </a:r>
            <a:r>
              <a:rPr lang="en-US" sz="2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https://youtu.be/1hxaNWZarEw </a:t>
            </a: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/>
          <p:nvPr/>
        </p:nvSpPr>
        <p:spPr>
          <a:xfrm>
            <a:off x="4078592" y="214805"/>
            <a:ext cx="3661580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Team Members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4400" cap="non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12" name="Google Shape;212;p30"/>
          <p:cNvSpPr/>
          <p:nvPr/>
        </p:nvSpPr>
        <p:spPr>
          <a:xfrm flipH="1">
            <a:off x="1511559" y="172358"/>
            <a:ext cx="8291804" cy="5262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1.Dona Banerjee (20233123)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2.Venkata Kavya Sri Gurram(20233133)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3.Heeramani Gowthami(20233143)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4.Jyotsana Verma(20233153)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5.Jyoti Meena(20233152)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6.Kesiya Wilson(20233528)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7.Khushi Chandra(20233340)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8.Khushi Choudhary(20233162)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9.Kirti Srivastava(20233163)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10.Komal Singh(20233164)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11.Kratika Srivas(20233167)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VTI">
  <a:themeElements>
    <a:clrScheme name="Coffee">
      <a:dk1>
        <a:srgbClr val="000000"/>
      </a:dk1>
      <a:lt1>
        <a:srgbClr val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